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No-Shows and Rebalancing Capacity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phased, funded program — business case for the 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Family Health  ·  Prepared by Analytics  ·  Under the $600k year-one ceiling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ask, up front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 phased program that recovers </a:t>
            </a:r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~$150k/year in net benefit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$80k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well under the $600k ceiling.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64240" cy="10515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Rebalance providers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651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 ROI — the clear win. Move demand from overbooked single-provider clinics to idle colleagues. Fund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10515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Overbook high-risk slots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Marginal. Barely profitable once the collision cost is counted. Fund small, monitor closely.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Reminder pilot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5029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fund at scale yet. The evidence is confounded — run a randomised pilot to measure the real effect.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quantified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 cost ~$634k/year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4,226 no-shows a year × $150 lost contribution each. This number reconciles to the schedule and billing — it is defensible under scrutiny.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capacity is badly balanced: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Denton (1 provider)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Overbooked — turning patients away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Richardson (1 provider)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providers at 2-provider clinics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4480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60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50-68%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capacity being paid for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appointments/week could move from overbooked to idle providers — at no hiring cost.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no-shows — and where to 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is the biggest lever. The longer the wait between booking and appointment, the more no-shows: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0–7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48840"/>
            <a:ext cx="2926080" cy="320040"/>
          </a:xfrm>
          <a:prstGeom prst="rect">
            <a:avLst/>
          </a:prstGeom>
          <a:solidFill>
            <a:srgbClr val="F2C1C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21031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8–14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697480"/>
            <a:ext cx="3511296" cy="320040"/>
          </a:xfrm>
          <a:prstGeom prst="rect">
            <a:avLst/>
          </a:prstGeom>
          <a:solidFill>
            <a:srgbClr val="EAA0A0"/>
          </a:solidFill>
          <a:ln/>
        </p:spPr>
      </p:sp>
      <p:sp>
        <p:nvSpPr>
          <p:cNvPr id="10" name="Text 8"/>
          <p:cNvSpPr/>
          <p:nvPr/>
        </p:nvSpPr>
        <p:spPr>
          <a:xfrm>
            <a:off x="6071616" y="2651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days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3246120"/>
            <a:ext cx="4681728" cy="320040"/>
          </a:xfrm>
          <a:prstGeom prst="rect">
            <a:avLst/>
          </a:prstGeom>
          <a:solidFill>
            <a:srgbClr val="E08080"/>
          </a:solidFill>
          <a:ln/>
        </p:spPr>
      </p:sp>
      <p:sp>
        <p:nvSpPr>
          <p:cNvPr id="13" name="Text 11"/>
          <p:cNvSpPr/>
          <p:nvPr/>
        </p:nvSpPr>
        <p:spPr>
          <a:xfrm>
            <a:off x="7242048" y="3200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days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3794760"/>
            <a:ext cx="6729984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290304" y="3749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days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4343400"/>
            <a:ext cx="7607808" cy="320040"/>
          </a:xfrm>
          <a:prstGeom prst="rect">
            <a:avLst/>
          </a:prstGeom>
          <a:solidFill>
            <a:srgbClr val="A0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8128" y="42976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evidence base for overbooking: apply it only to the long-lead, high-risk slots — never blanket.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will NOT fund reminders yet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comparison says reminders cut no-shows by 2.3 points. 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wrong.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clinics that logged reminders also serve a much lower-risk patient mix — 11% self-pay/Medicaid vs 34% elsewhere. Their lower no-show rate is mostly WHO they see, not the reminders.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03520" cy="146304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effect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pts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3200400"/>
            <a:ext cx="5303520" cy="1463040"/>
          </a:xfrm>
          <a:prstGeom prst="rect">
            <a:avLst/>
          </a:prstGeom>
          <a:solidFill>
            <a:srgbClr val="D5F5D5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3832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effect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pts  (CI spans zero)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the apparent effect was selection bias. Recommendation: fund a randomised pilot, not a full rollout. Spending $45k on a confounded number is how budgets get wasted.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— ranked by return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206240" cy="5029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1828800" cy="5029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Benefit/yr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280160"/>
            <a:ext cx="1828800" cy="5029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Cost/yr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280160"/>
            <a:ext cx="1828800" cy="5029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Net/yr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241280" y="1280160"/>
            <a:ext cx="1554480" cy="5029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280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420624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Rebalance providers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$194k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17830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+$179k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241280" y="17830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2331720"/>
            <a:ext cx="420624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Overbook high-risk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33172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233172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–$15k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241280" y="23317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2880360"/>
            <a:ext cx="420624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Reminders (pilot)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8803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28803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12480" y="28803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–$13k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41280" y="2880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#1 now. Fund #2 small and monitored. Pilot #3. Total cost $80k — leaves $520k of headroom under the ceiling.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here is a live formula in ROI_MODEL.xlsx. Change the contribution-per-visit assumption and every number recomputes.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overbooking safety concern, addressed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Overbooking risks a patient waiting when both the original and the overbook patient show up. We priced that: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ONLY to high-risk slots (23%+ no-show rate) — never blanket.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788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cost is counted against the benefit — that is why #2 is only marginally profitable.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"Overbook collisions" is a tracked KPI. If it rises, the policy tightens automatically.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supports caution: it shows overbooking is barely worth it, not a free win.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business case brings its own worst case. It is built to survive scrutiny, not dodge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know it worked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023360" cy="7315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7040880" cy="7315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 → under 11% within 2 quarters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4023360" cy="7315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utilization spread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7040880" cy="7315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2402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the 50%–135% gap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023360" cy="7315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Overbook collision rate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7040880" cy="7315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1089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below a set threshold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4023360" cy="731520"/>
          </a:xfrm>
          <a:prstGeom prst="rect">
            <a:avLst/>
          </a:prstGeom>
          <a:solidFill>
            <a:srgbClr val="36609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pilot effect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3977640"/>
            <a:ext cx="7040880" cy="7315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9776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randomised — decide on rollout at Q2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board approval to fund rebalancing now, overbooking as a monitored trial, and a randomised reminder pilot. Review at end of Q2.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2026-07-16T02:11:19Z</dcterms:created>
  <dcterms:modified xsi:type="dcterms:W3CDTF">2026-07-16T02:11:19Z</dcterms:modified>
</cp:coreProperties>
</file>